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5902"/>
            <a:ext cx="9144000" cy="499169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15;p3"/>
          <p:cNvCxnSpPr/>
          <p:nvPr/>
        </p:nvCxnSpPr>
        <p:spPr>
          <a:xfrm>
            <a:off x="457200" y="868680"/>
            <a:ext cx="8229600" cy="0"/>
          </a:xfrm>
          <a:prstGeom prst="straightConnector1">
            <a:avLst/>
          </a:prstGeom>
          <a:noFill/>
          <a:ln cap="flat" cmpd="sng" w="19050">
            <a:solidFill>
              <a:srgbClr val="ECB79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" name="Google Shape;16;p3"/>
          <p:cNvCxnSpPr/>
          <p:nvPr/>
        </p:nvCxnSpPr>
        <p:spPr>
          <a:xfrm>
            <a:off x="457200" y="320040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4572000" y="3291840"/>
            <a:ext cx="0" cy="164592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0" y="54864"/>
            <a:ext cx="36576" cy="5033772"/>
          </a:xfrm>
          <a:prstGeom prst="rect">
            <a:avLst/>
          </a:prstGeom>
          <a:solidFill>
            <a:srgbClr val="002B7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07424" y="54864"/>
            <a:ext cx="36576" cy="5033772"/>
          </a:xfrm>
          <a:prstGeom prst="rect">
            <a:avLst/>
          </a:prstGeom>
          <a:solidFill>
            <a:srgbClr val="002B7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ourier New"/>
              <a:buNone/>
            </a:pPr>
            <a:r>
              <a:rPr b="1" lang="en-US" sz="2600">
                <a:solidFill>
                  <a:srgbClr val="4B2B1E"/>
                </a:solidFill>
                <a:latin typeface="Courier New"/>
                <a:ea typeface="Courier New"/>
                <a:cs typeface="Courier New"/>
                <a:sym typeface="Courier New"/>
              </a:rPr>
              <a:t>QSL APRS DIGITAL</a:t>
            </a:r>
            <a:endParaRPr sz="2600">
              <a:solidFill>
                <a:srgbClr val="4B2B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EB5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4B2B1E"/>
                </a:solidFill>
                <a:latin typeface="Courier New"/>
                <a:ea typeface="Courier New"/>
                <a:cs typeface="Courier New"/>
                <a:sym typeface="Courier New"/>
              </a:rPr>
              <a:t>AUTOMATIC PACKET REPORTING SYSTEM  •  COSTA RICA</a:t>
            </a:r>
            <a:endParaRPr sz="900">
              <a:solidFill>
                <a:srgbClr val="4B2B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-17" y="27976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00"/>
              <a:buFont typeface="Courier New"/>
              <a:buNone/>
            </a:pPr>
            <a:r>
              <a:rPr b="1" lang="en-US" sz="900">
                <a:solidFill>
                  <a:srgbClr val="3DDC84"/>
                </a:solidFill>
                <a:latin typeface="Courier New"/>
                <a:ea typeface="Courier New"/>
                <a:cs typeface="Courier New"/>
                <a:sym typeface="Courier New"/>
              </a:rPr>
              <a:t>TICANET BOT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EJ89BT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Courier New"/>
              <a:buNone/>
            </a:pPr>
            <a:r>
              <a:rPr b="1" i="1" lang="en-US" sz="11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Confirma que</a:t>
            </a:r>
            <a:endParaRPr b="1" sz="11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2A7C"/>
              </a:buClr>
              <a:buSzPts val="5000"/>
              <a:buFont typeface="Courier New"/>
              <a:buNone/>
            </a:pPr>
            <a:r>
              <a:rPr b="1" lang="en-US" sz="5000">
                <a:solidFill>
                  <a:srgbClr val="4B2B1E"/>
                </a:solidFill>
                <a:latin typeface="Courier New"/>
                <a:ea typeface="Courier New"/>
                <a:cs typeface="Courier New"/>
                <a:sym typeface="Courier New"/>
              </a:rPr>
              <a:t>{{CALLSIGN}}</a:t>
            </a:r>
            <a:endParaRPr sz="5000">
              <a:solidFill>
                <a:srgbClr val="4B2B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3"/>
          <p:cNvCxnSpPr/>
          <p:nvPr/>
        </p:nvCxnSpPr>
        <p:spPr>
          <a:xfrm>
            <a:off x="2286000" y="2103120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ECB7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/>
          <p:nvPr/>
        </p:nvSpPr>
        <p:spPr>
          <a:xfrm>
            <a:off x="457200" y="21945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EB5"/>
              </a:buClr>
              <a:buSzPts val="1000"/>
              <a:buFont typeface="Courier New"/>
              <a:buNone/>
            </a:pPr>
            <a:r>
              <a:rPr b="1" i="1" lang="en-US" sz="1000">
                <a:solidFill>
                  <a:srgbClr val="ECB791"/>
                </a:solidFill>
                <a:latin typeface="Courier New"/>
                <a:ea typeface="Courier New"/>
                <a:cs typeface="Courier New"/>
                <a:sym typeface="Courier New"/>
              </a:rPr>
              <a:t>Realizó su reporte a la</a:t>
            </a:r>
            <a:endParaRPr b="1" sz="1000">
              <a:solidFill>
                <a:srgbClr val="ECB79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2400"/>
              <a:buFont typeface="Courier New"/>
              <a:buNone/>
            </a:pPr>
            <a:r>
              <a:rPr b="1" lang="en-US" sz="2800">
                <a:solidFill>
                  <a:srgbClr val="776B73"/>
                </a:solidFill>
                <a:latin typeface="Courier New"/>
                <a:ea typeface="Courier New"/>
                <a:cs typeface="Courier New"/>
                <a:sym typeface="Courier New"/>
              </a:rPr>
              <a:t>{{EVENT}}</a:t>
            </a:r>
            <a:endParaRPr sz="2800">
              <a:solidFill>
                <a:srgbClr val="776B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ECB791"/>
                </a:solidFill>
                <a:latin typeface="Courier New"/>
                <a:ea typeface="Courier New"/>
                <a:cs typeface="Courier New"/>
                <a:sym typeface="Courier New"/>
              </a:rPr>
              <a:t>En la red APRS-IS, el día:</a:t>
            </a:r>
            <a:endParaRPr sz="900">
              <a:solidFill>
                <a:srgbClr val="ECB79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371600" y="3337560"/>
            <a:ext cx="2743200" cy="548640"/>
          </a:xfrm>
          <a:prstGeom prst="roundRect">
            <a:avLst>
              <a:gd fmla="val 10000" name="adj"/>
            </a:avLst>
          </a:prstGeom>
          <a:solidFill>
            <a:srgbClr val="0D2240">
              <a:alpha val="25882"/>
            </a:srgbClr>
          </a:solidFill>
          <a:ln cap="flat" cmpd="sng" w="9525">
            <a:solidFill>
              <a:srgbClr val="2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371600" y="3227460"/>
            <a:ext cx="2743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A8A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4A6A8A"/>
                </a:solidFill>
                <a:latin typeface="Courier New"/>
                <a:ea typeface="Courier New"/>
                <a:cs typeface="Courier New"/>
                <a:sym typeface="Courier New"/>
              </a:rPr>
              <a:t>FECHA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371600" y="3337560"/>
            <a:ext cx="2743200" cy="548640"/>
          </a:xfrm>
          <a:prstGeom prst="rect">
            <a:avLst/>
          </a:prstGeom>
          <a:noFill/>
          <a:ln cap="flat" cmpd="sng" w="9525">
            <a:solidFill>
              <a:srgbClr val="4B2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{{DATE}}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029200" y="3337560"/>
            <a:ext cx="2743200" cy="548640"/>
          </a:xfrm>
          <a:prstGeom prst="roundRect">
            <a:avLst>
              <a:gd fmla="val 10000" name="adj"/>
            </a:avLst>
          </a:prstGeom>
          <a:solidFill>
            <a:srgbClr val="0D2240">
              <a:alpha val="25882"/>
            </a:srgbClr>
          </a:solidFill>
          <a:ln cap="flat" cmpd="sng" w="9525">
            <a:solidFill>
              <a:srgbClr val="2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709525" y="2491700"/>
            <a:ext cx="8011800" cy="480300"/>
          </a:xfrm>
          <a:prstGeom prst="roundRect">
            <a:avLst>
              <a:gd fmla="val 10000" name="adj"/>
            </a:avLst>
          </a:prstGeom>
          <a:solidFill>
            <a:srgbClr val="0D2240">
              <a:alpha val="25880"/>
            </a:srgbClr>
          </a:solidFill>
          <a:ln cap="flat" cmpd="sng" w="9525">
            <a:solidFill>
              <a:srgbClr val="2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029200" y="3227460"/>
            <a:ext cx="2743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A8A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4A6A8A"/>
                </a:solidFill>
                <a:latin typeface="Courier New"/>
                <a:ea typeface="Courier New"/>
                <a:cs typeface="Courier New"/>
                <a:sym typeface="Courier New"/>
              </a:rPr>
              <a:t>HORA (UTC)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029200" y="3337560"/>
            <a:ext cx="2743200" cy="548640"/>
          </a:xfrm>
          <a:prstGeom prst="rect">
            <a:avLst/>
          </a:prstGeom>
          <a:noFill/>
          <a:ln cap="flat" cmpd="sng" w="9525">
            <a:solidFill>
              <a:srgbClr val="4B2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{{TIME_UTC}}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1371600" y="4114800"/>
            <a:ext cx="2743200" cy="548640"/>
          </a:xfrm>
          <a:prstGeom prst="roundRect">
            <a:avLst>
              <a:gd fmla="val 10000" name="adj"/>
            </a:avLst>
          </a:prstGeom>
          <a:solidFill>
            <a:srgbClr val="0D2240">
              <a:alpha val="25882"/>
            </a:srgbClr>
          </a:solidFill>
          <a:ln cap="flat" cmpd="sng" w="9525">
            <a:solidFill>
              <a:srgbClr val="2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1371600" y="4005072"/>
            <a:ext cx="2743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VERIFICATION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371600" y="4119725"/>
            <a:ext cx="2743200" cy="548700"/>
          </a:xfrm>
          <a:prstGeom prst="rect">
            <a:avLst/>
          </a:prstGeom>
          <a:noFill/>
          <a:ln cap="flat" cmpd="sng" w="9525">
            <a:solidFill>
              <a:srgbClr val="4B2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2000"/>
              <a:buFont typeface="Courier New"/>
              <a:buNone/>
            </a:pPr>
            <a:r>
              <a:rPr b="1" lang="en-US" sz="1800">
                <a:solidFill>
                  <a:srgbClr val="3DDC84"/>
                </a:solidFill>
                <a:latin typeface="Courier New"/>
                <a:ea typeface="Courier New"/>
                <a:cs typeface="Courier New"/>
                <a:sym typeface="Courier New"/>
              </a:rPr>
              <a:t>{{CODE}}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029200" y="4114800"/>
            <a:ext cx="2743200" cy="548640"/>
          </a:xfrm>
          <a:prstGeom prst="roundRect">
            <a:avLst>
              <a:gd fmla="val 10000" name="adj"/>
            </a:avLst>
          </a:prstGeom>
          <a:solidFill>
            <a:srgbClr val="0D2240">
              <a:alpha val="25882"/>
            </a:srgbClr>
          </a:solidFill>
          <a:ln cap="flat" cmpd="sng" w="9525">
            <a:solidFill>
              <a:srgbClr val="2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029200" y="4005072"/>
            <a:ext cx="2743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PARTICIPANT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029200" y="4114800"/>
            <a:ext cx="2743200" cy="548640"/>
          </a:xfrm>
          <a:prstGeom prst="rect">
            <a:avLst/>
          </a:prstGeom>
          <a:noFill/>
          <a:ln cap="flat" cmpd="sng" w="9525">
            <a:solidFill>
              <a:srgbClr val="4B2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2000"/>
              <a:buFont typeface="Courier New"/>
              <a:buNone/>
            </a:pPr>
            <a:r>
              <a:rPr b="1" lang="en-US" sz="1800">
                <a:solidFill>
                  <a:srgbClr val="3DDC84"/>
                </a:solidFill>
                <a:latin typeface="Courier New"/>
                <a:ea typeface="Courier New"/>
                <a:cs typeface="Courier New"/>
                <a:sym typeface="Courier New"/>
              </a:rPr>
              <a:t>#{{NUMBER}}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371600" y="47548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A8A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4A6A8A"/>
                </a:solidFill>
                <a:latin typeface="Courier New"/>
                <a:ea typeface="Courier New"/>
                <a:cs typeface="Courier New"/>
                <a:sym typeface="Courier New"/>
              </a:rPr>
              <a:t>OPERATED BY  </a:t>
            </a:r>
            <a:r>
              <a:rPr b="1"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TI3WTI - William Marin</a:t>
            </a:r>
            <a:r>
              <a:rPr lang="en-US" sz="600">
                <a:solidFill>
                  <a:srgbClr val="6B8EB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700">
                <a:solidFill>
                  <a:srgbClr val="6B8EB5"/>
                </a:solidFill>
                <a:latin typeface="Courier New"/>
                <a:ea typeface="Courier New"/>
                <a:cs typeface="Courier New"/>
                <a:sym typeface="Courier New"/>
              </a:rPr>
              <a:t>•  Cartago, Costa Rica  •  EJ89BT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4007" y="3349335"/>
            <a:ext cx="1536190" cy="1536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34121" y="3551958"/>
            <a:ext cx="1154431" cy="1154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